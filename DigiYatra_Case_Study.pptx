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Original DigiYatra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Experience &amp; Limited Scope</a:t>
            </a:r>
          </a:p>
          <a:p>
            <a:pPr lvl="1"/>
            <a:r>
              <a:t>- Strictly a single-purpose utility for airport gates.</a:t>
            </a:r>
          </a:p>
          <a:p>
            <a:pPr lvl="1"/>
            <a:r>
              <a:t>- Siloed Functionality: Separate apps for flights, hotels, check-in.</a:t>
            </a:r>
          </a:p>
          <a:p>
            <a:pPr lvl="1"/>
            <a:r>
              <a:t>- UI Clutter: Utilitarian design lacking modern aesthetics.</a:t>
            </a:r>
          </a:p>
          <a:p>
            <a:pPr lvl="1"/>
            <a:r>
              <a:t>- No Monetization: Ignored destination discovery and contextual offers.</a:t>
            </a:r>
          </a:p>
          <a:p>
            <a:pPr/>
            <a:r>
              <a:t>Data Point: Travelers switch between 7-10 apps per journey.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DigiYatra 2.0 Redesign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Utility App to Travel Ecosystem</a:t>
            </a:r>
          </a:p>
          <a:p>
            <a:pPr lvl="1"/>
            <a:r>
              <a:t>- Unified Dashboard: Merged Flights, Hotels, and Identity.</a:t>
            </a:r>
          </a:p>
          <a:p>
            <a:pPr lvl="1"/>
            <a:r>
              <a:t>- Premium Aesthetics: Glassmorphism, dynamic gradients, smooth micro-animations.</a:t>
            </a:r>
          </a:p>
          <a:p>
            <a:pPr lvl="1"/>
            <a:r>
              <a:t>- Smart Navigation: Contextual sidebar replacing heavy menus.</a:t>
            </a:r>
          </a:p>
          <a:p>
            <a:pPr lvl="1"/>
            <a:r>
              <a:t>- Integrated Booking &amp; Offers: Built-in discovery cards and bank integrations.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Addition &amp; Informatics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&amp; Friction Reduction</a:t>
            </a:r>
          </a:p>
          <a:p>
            <a:pPr lvl="1"/>
            <a:r>
              <a:t>- Airport Entry: Saved ~4 mins (Auto-detect vs manual scan)</a:t>
            </a:r>
          </a:p>
          <a:p>
            <a:pPr lvl="1"/>
            <a:r>
              <a:t>- Hotel Check-in: Saved ~15 mins (Pre-filled Form-C + Biometric)</a:t>
            </a:r>
          </a:p>
          <a:p>
            <a:pPr lvl="1"/>
            <a:r>
              <a:t>- Finding Offers: Saved ~10 mins (Contextual vs External search)</a:t>
            </a:r>
          </a:p>
          <a:p>
            <a:pPr/>
            <a:r>
              <a:t>Impact: By integrating hotels, we capture 100% of the travel timeline instead of just 15% at the airport.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&amp;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Monetization and Next-Gen Travel</a:t>
            </a:r>
          </a:p>
          <a:p>
            <a:pPr lvl="1"/>
            <a:r>
              <a:t>- New Revenue Streams: Massive affiliate/partnership channel (HSBC, HDFC, Hotels).</a:t>
            </a:r>
          </a:p>
          <a:p>
            <a:pPr lvl="1"/>
            <a:r>
              <a:t>- Higher Retention: Reason to open the app before and after the flight.</a:t>
            </a:r>
          </a:p>
          <a:p>
            <a:pPr lvl="1"/>
            <a:r>
              <a:t>- Cross-Selling: Seamless flight-to-hotel integration increases conversion.</a:t>
            </a:r>
          </a:p>
          <a:p>
            <a:pPr lvl="1"/>
            <a:r>
              <a:t>- Future Proofing: Positioned to be India's ultimate travel super-app via ONDC.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